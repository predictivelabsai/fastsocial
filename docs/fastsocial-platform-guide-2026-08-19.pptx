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FastSocial</a:t>
            </a:r>
            <a:br/>
            <a:r>
              <a:t>Platform Guide</a:t>
            </a:r>
          </a:p>
          <a:p>
            <a:pPr>
              <a:defRPr sz="1800">
                <a:solidFill>
                  <a:srgbClr val="F97316"/>
                </a:solidFill>
              </a:defRPr>
            </a:pPr>
            <a:r>
              <a:t>2026-08-19  •  https://fastsocial.org</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FastSocial is a personal-first, team-ready social media management system built with Python, FastHTML, HTMX, PostgreSQL, and Cloudflare R2. It publishes directly to X, LinkedIn, and Bluesky, and supports Facebook, Instagram, Threads, TikTok, YouTube, Pinterest, Google Business, and Twitch through configurable Arcade/Co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Your agentic social studio. Your models. Your voice.</a:t>
            </a:r>
          </a:p>
        </p:txBody>
      </p:sp>
      <p:pic>
        <p:nvPicPr>
          <p:cNvPr id="3" name="Picture 2" descr="01-your-agentic-social-studio-your-models-your-voic.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 FastSocial Sign in Start free PERSONAL-FIRST SOCIAL MANAGEMENT Your agentic social studio. Your models. Your voice. Create, review, publish, and measure across X, LinkedIn, and Bluesky with editable skills and BYOK / BYOM freedom. Personal today, company-rea</a:t>
            </a:r>
          </a:p>
          <a:p>
            <a:pPr>
              <a:defRPr sz="900">
                <a:solidFill>
                  <a:srgbClr val="F97316"/>
                </a:solidFill>
              </a:defRPr>
            </a:pPr>
            <a:r>
              <a:t>https://fastsocial.org/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Welcome back</a:t>
            </a:r>
          </a:p>
        </p:txBody>
      </p:sp>
      <p:pic>
        <p:nvPicPr>
          <p:cNvPr id="3" name="Picture 2" descr="02-welcome-back.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 FastSocial Welcome back Sign in to plan, publish, and measure your content. Continue with Google or continue with email Sign in New to FastSocial? Create an account Your publishing system, under your control.</a:t>
            </a:r>
          </a:p>
          <a:p>
            <a:pPr>
              <a:defRPr sz="900">
                <a:solidFill>
                  <a:srgbClr val="F97316"/>
                </a:solidFill>
              </a:defRPr>
            </a:pPr>
            <a:r>
              <a:t>https://fastsocial.org/signin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Create your workspace</a:t>
            </a:r>
          </a:p>
        </p:txBody>
      </p:sp>
      <p:pic>
        <p:nvPicPr>
          <p:cNvPr id="3" name="Picture 2" descr="03-create-your-workspac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 FastSocial Create your workspace Start personally. Team roles and approvals are ready when you need them. Sign up with Google or create a password Create account Already have an account? Sign in Your publishing system, under your control.</a:t>
            </a:r>
          </a:p>
          <a:p>
            <a:pPr>
              <a:defRPr sz="900">
                <a:solidFill>
                  <a:srgbClr val="F97316"/>
                </a:solidFill>
              </a:defRPr>
            </a:pPr>
            <a:r>
              <a:t>https://fastsocial.org/register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